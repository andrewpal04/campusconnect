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F2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B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2B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64F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A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44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600</c:v>
                </c:pt>
                <c:pt idx="2">
                  <c:v>3500</c:v>
                </c:pt>
                <c:pt idx="3">
                  <c:v>12000</c:v>
                </c:pt>
                <c:pt idx="4">
                  <c:v>35000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B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5669280" cy="7315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097280"/>
            <a:ext cx="4114800" cy="4114800"/>
          </a:xfrm>
          <a:prstGeom prst="ellipse">
            <a:avLst/>
          </a:prstGeom>
          <a:solidFill>
            <a:srgbClr val="264F8E">
              <a:alpha val="40000"/>
            </a:srgbClr>
          </a:solidFill>
          <a:ln w="12700">
            <a:solidFill>
              <a:srgbClr val="264F8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645920"/>
            <a:ext cx="2560320" cy="2560320"/>
          </a:xfrm>
          <a:prstGeom prst="ellipse">
            <a:avLst/>
          </a:prstGeom>
          <a:solidFill>
            <a:srgbClr val="E8441A">
              <a:alpha val="20000"/>
            </a:srgbClr>
          </a:solidFill>
          <a:ln w="12700">
            <a:solidFill>
              <a:srgbClr val="E8441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457200"/>
            <a:ext cx="1005840" cy="1005840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Event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event on campus.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457200" cy="4572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Presentation  |  Business Plan Prototype  |  v1.1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33872" y="1783080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7099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33872" y="2212848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1396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33872" y="2642616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5694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33872" y="3072384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29992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33872" y="350215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33872" y="3931920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858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Events Are Scattered Everywhere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check Instagram, GroupMe, email, flyers, and 5+ websites just to find campus events.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17320"/>
            <a:ext cx="265176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600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017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organizers spend hours promoting events only to see poor turnout — the message never reaches the right people.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17320"/>
            <a:ext cx="265176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00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3017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campus portals are outdated, rarely mobile-friendly, and miss dozens of student-run events.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million college students in the U.S. currently have no single place to find all campus events.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hub.
</a:t>
            </a:r>
            <a:pPr indent="0" marL="0">
              <a:buNone/>
            </a:pPr>
            <a:r>
              <a:rPr lang="en-US" sz="28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event.
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campus.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20040" cy="4572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Event Tracker is a mobile + web platform that centralizes event discovery, automates content via web scraping, and delivers personalized recommendations — all built for the way students actually live.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Spotify for campus events"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320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4206240" cy="1143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Discovery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234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 + automated event scraping from university websites.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2148840"/>
            <a:ext cx="4206240" cy="1143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068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0680" y="26060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intuitive app designed for how Gen Z actually finds and RSVPs to events.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520440"/>
            <a:ext cx="4206240" cy="1143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⛓️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406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Credentials (Roadmap)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0680" y="39776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POAP attendance badges are a future roadmap feature — not in v1.1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 — Meet Jordan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transfer student, wants to get involved, currently overwhelmed by fragmented info.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91056" y="2423160"/>
            <a:ext cx="164592" cy="54864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60020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481328"/>
            <a:ext cx="438912" cy="43891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20116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0896" y="2578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" y="2980944"/>
            <a:ext cx="12435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up with .edu email, picks interests in 30 sec. (SR-06: cold-start defaults to trending)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44952" y="2423160"/>
            <a:ext cx="164592" cy="54864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9928" y="160020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67128" y="1481328"/>
            <a:ext cx="438912" cy="43891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67128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09928" y="20116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64792" y="2578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64792" y="2980944"/>
            <a:ext cx="12435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shows 10+ personalized events instantly. (SR-04, SR-05)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98848" y="2423160"/>
            <a:ext cx="164592" cy="54864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3824" y="160020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21024" y="1481328"/>
            <a:ext cx="438912" cy="43891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1024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63824" y="20116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18688" y="2578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18688" y="2980944"/>
            <a:ext cx="12435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RSVP or cancel before deadline. (UR-04, UR-06)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52744" y="2423160"/>
            <a:ext cx="164592" cy="54864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60020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74920" y="1481328"/>
            <a:ext cx="438912" cy="43891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17720" y="20116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672584" y="2578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72584" y="2980944"/>
            <a:ext cx="12435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nearby events — 3 min walk. (UR-01, UR-03)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06640" y="2423160"/>
            <a:ext cx="164592" cy="54864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71616" y="160020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28816" y="1481328"/>
            <a:ext cx="438912" cy="43891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71616" y="20116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126480" y="2578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2980944"/>
            <a:ext cx="12435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QR code; scanned in under 2 sec. (UR-07, SR-08, SR-09)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25512" y="1600200"/>
            <a:ext cx="13533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82712" y="1481328"/>
            <a:ext cx="438912" cy="438912"/>
          </a:xfrm>
          <a:prstGeom prst="ellipse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82712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525512" y="20116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🏅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580376" y="2578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580376" y="2980944"/>
            <a:ext cx="12435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blockchain badge (future roadmap feature, not in v1.1 SR).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6032" y="48463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Step 6 grayed = future roadmap (not in v1.1 requirements)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actor in the ecosystem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816352" cy="38404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00784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" y="170078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🏠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1746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Feed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AI-curated events; SR-04/05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0896" y="246888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🗺️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04672" y="2514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Map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2798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map + walk-time estimates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36976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" y="323697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🎫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4672" y="3282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&amp; Cancel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RSVP; cancel before deadline (UR-04, UR-06)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005072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0896" y="400507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📲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04672" y="4050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QR; validated in &lt;2 sec (UR-07, SR-09)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1170432"/>
            <a:ext cx="2816352" cy="38404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 Leaders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1700784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82696" y="170078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776472" y="1746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76472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RSVPs, attendance rates, demographics (SR-13, SR-14)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2468880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82696" y="246888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📣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776472" y="2514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Tools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776472" y="2798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+ featured placements (SR-11, SR-12)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3236976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82696" y="323697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📋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776472" y="3282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Creation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776472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wizard; image upload; capacity enforcement (SR-10)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46120" y="4005072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82696" y="400507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🎟️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3776472" y="4050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Config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776472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Free/paid tickets; QR generation; payment gateway (SR-07, SR-08)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1170432"/>
            <a:ext cx="2816352" cy="38404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Campus Admin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7920" y="1700784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54496" y="170078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🏛️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748272" y="1746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Verification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748272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approve/deny org requests (UR-14, SR-20)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17920" y="2468880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54496" y="246888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6748272" y="2514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748272" y="2798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student / org leader / admin (SR-15)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17920" y="3236976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254496" y="323697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📈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6748272" y="3282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Analytics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748272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Campus-wide event engagement reporting (SR-14)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17920" y="4005072"/>
            <a:ext cx="281635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254496" y="400507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🔔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6748272" y="4050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Alerts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748272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for flags, milestones, policy events (UR-13)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underserved, and highly engaged market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146304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college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1920240" cy="146304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$14.5B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mgmt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2028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1920240" cy="146304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1234440"/>
            <a:ext cx="1920240" cy="146304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discovers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on mobile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Segments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497580" cy="475488"/>
          </a:xfrm>
          <a:prstGeom prst="rect">
            <a:avLst/>
          </a:prstGeom>
          <a:solidFill>
            <a:srgbClr val="264F8E"/>
          </a:solidFill>
          <a:ln w="12700">
            <a:solidFill>
              <a:srgbClr val="264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10712"/>
            <a:ext cx="3406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Casual Explorers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7932" y="3337560"/>
            <a:ext cx="2720340" cy="4754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01084" y="3410712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Active Students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21424" y="3337560"/>
            <a:ext cx="777240" cy="47548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34107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Org Leaders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71816" y="3337560"/>
            <a:ext cx="77724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34107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Administrators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fill the gap no one else has addressed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828800" cy="36576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88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94560" y="1188720"/>
            <a:ext cx="1554480" cy="36576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Focus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94760" y="1188720"/>
            <a:ext cx="1645920" cy="36576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68112" y="1188720"/>
            <a:ext cx="1554480" cy="36576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41264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40880" y="1188720"/>
            <a:ext cx="2194560" cy="36576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POAP / Blockchain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609344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6093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Events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94560" y="160934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7712" y="160934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94760" y="1609344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7912" y="16093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68112" y="160934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160934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1609344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6093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2139696"/>
            <a:ext cx="1828800" cy="475488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1396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194560" y="2139696"/>
            <a:ext cx="1554480" cy="475488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6771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94760" y="2139696"/>
            <a:ext cx="1645920" cy="475488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67912" y="21396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68112" y="2139696"/>
            <a:ext cx="1554480" cy="475488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40880" y="2139696"/>
            <a:ext cx="2194560" cy="475488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21396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2670048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26700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Portals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194560" y="26700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67712" y="26700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94760" y="2670048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67912" y="26700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68112" y="26700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41264" y="26700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040880" y="2670048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26700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20040" y="3200400"/>
            <a:ext cx="1828800" cy="475488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3200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Instagram/TikTok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194560" y="3200400"/>
            <a:ext cx="1554480" cy="475488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67712" y="32004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794760" y="3200400"/>
            <a:ext cx="1645920" cy="475488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67912" y="32004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468112" y="3200400"/>
            <a:ext cx="1554480" cy="475488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41264" y="32004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040880" y="3200400"/>
            <a:ext cx="2194560" cy="475488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14032" y="3200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20040" y="3730752"/>
            <a:ext cx="1828800" cy="475488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" y="37307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EventTrack ★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194560" y="3730752"/>
            <a:ext cx="1554480" cy="475488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67712" y="37307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794760" y="3730752"/>
            <a:ext cx="1645920" cy="475488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67912" y="37307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468112" y="3730752"/>
            <a:ext cx="1554480" cy="475488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41264" y="37307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040880" y="3730752"/>
            <a:ext cx="2194560" cy="475488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37307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20040" y="3730752"/>
            <a:ext cx="54864" cy="47548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EventTrack is the only solution combining campus focus, AI, automated scraping, AND blockchain credentials (future).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streams, freemium-first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77640" cy="160020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85800" cy="160020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013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99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💎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8562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Subscriptions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2219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Organizer ($15–30/mo) · Enterprise University ($500–2K/mo)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3977640" cy="160020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234440"/>
            <a:ext cx="685800" cy="16002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8013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399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🎟️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18562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22219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+ $0.50 per paid ticket · 3% on donations (SR-07)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3977640" cy="160020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08960"/>
            <a:ext cx="685800" cy="1600200"/>
          </a:xfrm>
          <a:prstGeom prst="rect">
            <a:avLst/>
          </a:prstGeom>
          <a:solidFill>
            <a:srgbClr val="264F8E"/>
          </a:solidFill>
          <a:ln w="12700">
            <a:solidFill>
              <a:srgbClr val="264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758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2735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3730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&amp; Sponsorships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0965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events · Brand partnerships targeting college demographics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3108960"/>
            <a:ext cx="3977640" cy="160020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108960"/>
            <a:ext cx="685800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6758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2735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3730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Insights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40965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analytics sold to universities (SR-16: FERPA-compliant only)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5-Year Growth Model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78992"/>
            <a:ext cx="777240" cy="457200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107899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5080" y="1078992"/>
            <a:ext cx="777240" cy="457200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07899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0" y="1078992"/>
            <a:ext cx="777240" cy="457200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78040" y="107899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55280" y="1078992"/>
            <a:ext cx="914400" cy="457200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0" y="107899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1600200"/>
            <a:ext cx="77724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1600200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55080" y="1600200"/>
            <a:ext cx="77724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1600200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132320" y="1600200"/>
            <a:ext cx="77724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78040" y="1600200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55280" y="1600200"/>
            <a:ext cx="91440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0" y="160020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77840" y="2121408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23560" y="2121408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55080" y="2121408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2121408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132320" y="2121408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78040" y="2121408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55280" y="212140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01000" y="212140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577840" y="2642616"/>
            <a:ext cx="77724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23560" y="2642616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355080" y="2642616"/>
            <a:ext cx="77724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2642616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132320" y="2642616"/>
            <a:ext cx="77724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78040" y="2642616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955280" y="2642616"/>
            <a:ext cx="91440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01000" y="2642616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577840" y="3163824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23560" y="3163824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355080" y="3163824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0" y="3163824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132320" y="3163824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78040" y="3163824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3163824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001000" y="3163824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577840" y="3685032"/>
            <a:ext cx="77724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623560" y="368503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355080" y="3685032"/>
            <a:ext cx="77724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00800" y="368503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132320" y="3685032"/>
            <a:ext cx="77724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178040" y="368503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955280" y="3685032"/>
            <a:ext cx="914400" cy="45720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001000" y="368503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$35M+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0292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(Year 3):  LTV $50–75 per user  ·  CAC $8–15  ·  LTV:CAC ratio 4–6x  ·  ARPU $12–18/year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Campus-by-Campus. Word of mouth. Product-led.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24912" cy="4572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•  Months 1–3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64008" cy="45720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719072"/>
            <a:ext cx="272491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Campus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128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mid-size universities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student penetration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90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org partnerships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295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event with prizes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68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$2–5 per student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27832" y="1234440"/>
            <a:ext cx="2724912" cy="4572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2344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•  Months 4–9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7832" y="1234440"/>
            <a:ext cx="64008" cy="45720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27832" y="1719072"/>
            <a:ext cx="272491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64992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364992" y="2286000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2152" y="22128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additional campuses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272491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2651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penetration per campus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64992" y="3163824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3090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ambassador program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64992" y="3602736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35295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pilot playbook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35624" y="1234440"/>
            <a:ext cx="2724912" cy="4572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12344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•  Months 10–18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35624" y="1234440"/>
            <a:ext cx="64008" cy="45720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35624" y="1719072"/>
            <a:ext cx="272491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72784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272784" y="2286000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9944" y="22128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campuses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2784" y="272491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9944" y="2651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life &amp; athletics deals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72784" y="3163824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9944" y="3090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72784" y="3602736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9944" y="35295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referral campaigns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4690872"/>
            <a:ext cx="8503920" cy="347472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18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 targets  •  Students: $2–5  •  Organizers: $20–50  •  Campus Partnerships: $500–2,000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AI-powered, mobile-first, compliance-ready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84832" cy="274320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084832" cy="38404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Mobile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" y="1737360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66420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TypeScript (web)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322576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24942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(iOS &amp; Android)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2907792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8346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/ Material 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3493008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41985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for campus maps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1188720"/>
            <a:ext cx="2084832" cy="274320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51760" y="1188720"/>
            <a:ext cx="2084832" cy="38404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216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16352" y="1737360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62656" y="166420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FastAPI (REST)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16352" y="2322576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62656" y="224942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cache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16352" y="290779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62656" y="28346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event categorization (SR-03)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16352" y="3493008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62656" y="341985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engine (SR-04)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1188720"/>
            <a:ext cx="2084832" cy="274320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1188720"/>
            <a:ext cx="2084832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216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&amp; 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02352" y="173736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48656" y="166420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 + Puppeteer (SR-01)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02352" y="2322576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48656" y="224942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/ Celery scheduling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02352" y="2907792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48656" y="28346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deduplication (SR-02)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02352" y="3493008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48656" y="341985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event streaming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1188720"/>
            <a:ext cx="2084832" cy="274320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23760" y="1188720"/>
            <a:ext cx="2084832" cy="384048"/>
          </a:xfrm>
          <a:prstGeom prst="rect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1216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(Roadmap)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88352" y="1737360"/>
            <a:ext cx="73152" cy="73152"/>
          </a:xfrm>
          <a:prstGeom prst="ellipse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34656" y="166420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(Ethereum L2)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88352" y="2322576"/>
            <a:ext cx="73152" cy="73152"/>
          </a:xfrm>
          <a:prstGeom prst="ellipse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34656" y="224942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/ POAP smart contracts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88352" y="2907792"/>
            <a:ext cx="73152" cy="73152"/>
          </a:xfrm>
          <a:prstGeom prst="ellipse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34656" y="28346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+ Phantom wallets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88352" y="3493008"/>
            <a:ext cx="73152" cy="73152"/>
          </a:xfrm>
          <a:prstGeom prst="ellipse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34656" y="341985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v1.1 requirements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Non-Functional Requirements (v1.1)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446227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" y="4389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uptime (SR-17)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947672" y="446227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75688" y="4389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&lt;1 sec (SR-18)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346704" y="446227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4389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validation &lt;2 sec (SR-09)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45736" y="446227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73752" y="4389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delivery &lt;60 sec (SR-11)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44768" y="446227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72784" y="4389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 compliant (SR-16)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543800" y="446227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71816" y="4389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scalability (SR-19)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focused founding team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697480" cy="96012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371600"/>
            <a:ext cx="804672" cy="804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3716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" y="2212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Co-Founder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6060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Strategy Lead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999232"/>
            <a:ext cx="73152" cy="73152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9260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partnerships &amp; GTM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419856"/>
            <a:ext cx="73152" cy="73152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4670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 &amp; fundraising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840480"/>
            <a:ext cx="73152" cy="73152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ambassador program lead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261104"/>
            <a:ext cx="73152" cy="73152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1879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product vision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188720"/>
            <a:ext cx="2697480" cy="96012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1371600"/>
            <a:ext cx="804672" cy="804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13716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55848" y="2212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Co-Founder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55848" y="26060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47288" y="299923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29260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APIs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47288" y="3419856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334670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+ AI/ML development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47288" y="3840480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7673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infrastructure (SR-01)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47288" y="4261104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41879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model deployment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188720"/>
            <a:ext cx="2697480" cy="9601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1371600"/>
            <a:ext cx="804672" cy="804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13716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236208" y="2212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 + Designer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36208" y="26060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UX Lead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27648" y="2999232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29260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27648" y="3419856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34670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 system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27648" y="3840480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37673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27648" y="4261104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41879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QA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will expand post-seed: Mobile specialist · Data engineer · Marketing · Legal compliance (FERPA)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national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321040" cy="64008"/>
          </a:xfrm>
          <a:prstGeom prst="rect">
            <a:avLst/>
          </a:prstGeom>
          <a:solidFill>
            <a:srgbClr val="264F8E"/>
          </a:solidFill>
          <a:ln w="12700">
            <a:solidFill>
              <a:srgbClr val="264F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298448"/>
            <a:ext cx="256032" cy="25603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920240" cy="315468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192024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10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Launch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" y="2331720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585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event feed + RSVP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" y="2862072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8892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check-in (UR-07)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" y="3392424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31927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scraper v1 (SR-01)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" y="3922776"/>
            <a:ext cx="73152" cy="73152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49624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campus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10712" y="1298448"/>
            <a:ext cx="256032" cy="25603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06040" y="1691640"/>
            <a:ext cx="1920240" cy="315468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06040" y="1691640"/>
            <a:ext cx="192024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1810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Features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34056" y="2331720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62072" y="22585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analytics (SR-13)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34056" y="2862072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278892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(SR-11)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34056" y="3392424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331927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RSVP (UR-06)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34056" y="3922776"/>
            <a:ext cx="73152" cy="7315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62072" y="3849624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59552" y="129844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1691640"/>
            <a:ext cx="1920240" cy="315468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691640"/>
            <a:ext cx="1920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810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Monetize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82896" y="233172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22585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campuses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82896" y="2862072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278892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 portal (SR-20)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82896" y="339242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331927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freemium tier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82896" y="3922776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10912" y="3849624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target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08392" y="1298448"/>
            <a:ext cx="256032" cy="256032"/>
          </a:xfrm>
          <a:prstGeom prst="ellipse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903720" y="1691640"/>
            <a:ext cx="1920240" cy="3154680"/>
          </a:xfrm>
          <a:prstGeom prst="rect">
            <a:avLst/>
          </a:prstGeom>
          <a:solidFill>
            <a:srgbClr val="1A3A6E"/>
          </a:solidFill>
          <a:ln w="12700">
            <a:solidFill>
              <a:srgbClr val="264F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903720" y="1691640"/>
            <a:ext cx="1920240" cy="64008"/>
          </a:xfrm>
          <a:prstGeom prst="rect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1810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&amp; Beyond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031736" y="2331720"/>
            <a:ext cx="73152" cy="73152"/>
          </a:xfrm>
          <a:prstGeom prst="ellipse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9752" y="22585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campuses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031736" y="2862072"/>
            <a:ext cx="73152" cy="73152"/>
          </a:xfrm>
          <a:prstGeom prst="ellipse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59752" y="278892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POAP/NFT badges (roadmap)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31736" y="3392424"/>
            <a:ext cx="73152" cy="73152"/>
          </a:xfrm>
          <a:prstGeom prst="ellipse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59752" y="331927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031736" y="3922776"/>
            <a:ext cx="73152" cy="73152"/>
          </a:xfrm>
          <a:prstGeom prst="ellipse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59752" y="3849624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Intl. expansion prep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5720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Year 3+ column (grayed) = future roadmap features not yet covered by v1.1 System Requirements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 from bootstrap to Series 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1600200"/>
          </a:xfrm>
          <a:prstGeom prst="rect">
            <a:avLst/>
          </a:prstGeom>
          <a:solidFill>
            <a:srgbClr val="264F8E"/>
          </a:solidFill>
          <a:ln w="12700">
            <a:solidFill>
              <a:srgbClr val="264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709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$50K–100K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savings + accelerators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MVP built, pilot campus live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234440"/>
            <a:ext cx="73152" cy="160020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709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$500K–1M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18888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investors + VCs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5–10 campuses, proven product-market fit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63240"/>
            <a:ext cx="73152" cy="16002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538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$5M–10M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66928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VCs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100+ campuses, monetization proven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30632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063240"/>
            <a:ext cx="73152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B+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18888" y="3538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$20M–50M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18888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Growth-stage investors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8888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National scale + international expansion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908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Strategy:  Acquisition targets include Eventbrite, Meta, LinkedIn/Microsoft  •  IPO potential at 10M+ users  •  5–7 year horizon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 cases to system requirements (v1.1)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566160" cy="365760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15568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Requirement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77640" y="1097280"/>
            <a:ext cx="3383280" cy="365760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50792" y="111556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52360" y="1097280"/>
            <a:ext cx="1417320" cy="365760"/>
          </a:xfrm>
          <a:prstGeom prst="rect">
            <a:avLst/>
          </a:prstGeom>
          <a:solidFill>
            <a:srgbClr val="0F2B5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25512" y="1115568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481328"/>
            <a:ext cx="356616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49961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UR-01/03: Browse, Search &amp; Filter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77640" y="1481328"/>
            <a:ext cx="338328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50792" y="149961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SR-01, SR-02, SR-03, SR-18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52360" y="1481328"/>
            <a:ext cx="141732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1499616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481328"/>
            <a:ext cx="45720" cy="36576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865376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1883664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UR-04/05/06: RSVP, Tickets &amp; Cancel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77640" y="1865376"/>
            <a:ext cx="3383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0792" y="1883664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SR-07, SR-08, SR-10, SR-11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52360" y="1865376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1883664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1865376"/>
            <a:ext cx="45720" cy="36576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249424"/>
            <a:ext cx="356616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267712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UR-07: QR Check-in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77640" y="2249424"/>
            <a:ext cx="338328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0792" y="226771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SR-08, SR-09, SR-13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2249424"/>
            <a:ext cx="141732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25512" y="2267712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2249424"/>
            <a:ext cx="45720" cy="36576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633472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265176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UR-08/09: Notifications &amp; Prefs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77640" y="2633472"/>
            <a:ext cx="3383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0792" y="265176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SR-11, SR-12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52360" y="2633472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25512" y="2651760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2633472"/>
            <a:ext cx="45720" cy="36576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017520"/>
            <a:ext cx="356616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3035808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UR-10/11: Create Events &amp; Ticketing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77640" y="3017520"/>
            <a:ext cx="338328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50792" y="303580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SR-07, SR-08, SR-10, SR-17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52360" y="3017520"/>
            <a:ext cx="141732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25512" y="3035808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017520"/>
            <a:ext cx="45720" cy="36576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3401568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41985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UR-12: View Analytics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977640" y="3401568"/>
            <a:ext cx="3383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50792" y="341985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SR-13, SR-14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52360" y="3401568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3419856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3401568"/>
            <a:ext cx="45720" cy="36576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3785616"/>
            <a:ext cx="356616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3803904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UR-14: Verify Organizations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977640" y="3785616"/>
            <a:ext cx="338328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50792" y="3803904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SR-20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52360" y="3785616"/>
            <a:ext cx="141732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25512" y="3803904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3785616"/>
            <a:ext cx="45720" cy="36576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" y="4169664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3192" y="4187952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UR-15: Account Management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977640" y="4169664"/>
            <a:ext cx="3383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50792" y="418795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SR-15, SR-16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452360" y="4169664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25512" y="4187952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0040" y="4169664"/>
            <a:ext cx="45720" cy="36576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" y="4553712"/>
            <a:ext cx="356616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3192" y="457200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UX-facing requirements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977640" y="4553712"/>
            <a:ext cx="338328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50792" y="457200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SR-17 (uptime), SR-18 (speed), SR-19 (scale)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452360" y="4553712"/>
            <a:ext cx="1417320" cy="36576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25512" y="4572000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20040" y="4553712"/>
            <a:ext cx="45720" cy="36576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49194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Requirements Specification v1.1 · February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1A3A6E">
              <a:alpha val="50000"/>
            </a:srgbClr>
          </a:solidFill>
          <a:ln w="12700">
            <a:solidFill>
              <a:srgbClr val="1A3A6E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E8441A">
              <a:alpha val="15000"/>
            </a:srgbClr>
          </a:solidFill>
          <a:ln w="12700">
            <a:solidFill>
              <a:srgbClr val="E8441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548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441A"/>
                </a:solidFill>
              </a:rPr>
              <a:t>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Event Tracker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what's happening on campus.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86200" y="2423160"/>
            <a:ext cx="1371600" cy="4572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61488"/>
            <a:ext cx="91440" cy="91440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192" y="26517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19M students with no single event hub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3291840"/>
            <a:ext cx="91440" cy="91440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31821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user reqs + 20 system reqs defined (v1.1)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61488"/>
            <a:ext cx="91440" cy="91440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6517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web scraping = complete campus coverage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291840"/>
            <a:ext cx="91440" cy="91440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31821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$35M revenue potential by Year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Event Tracker</dc:title>
  <dc:subject>PptxGenJS Presentation</dc:subject>
  <dc:creator>Campus Event Tracker Team</dc:creator>
  <cp:lastModifiedBy>Campus Event Tracker Team</cp:lastModifiedBy>
  <cp:revision>1</cp:revision>
  <dcterms:created xsi:type="dcterms:W3CDTF">2026-02-24T18:08:58Z</dcterms:created>
  <dcterms:modified xsi:type="dcterms:W3CDTF">2026-02-24T18:08:58Z</dcterms:modified>
</cp:coreProperties>
</file>